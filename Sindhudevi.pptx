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FITBUDDY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AI Fitness Plan Generator using Gemini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</a:t>
            </a:r>
            <a:r>
              <a:rPr/>
              <a:t>Team </a:t>
            </a:r>
            <a:r>
              <a:rPr smtClean="0"/>
              <a:t>Leader:</a:t>
            </a:r>
            <a:r>
              <a:rPr lang="en-US" dirty="0" err="1" smtClean="0"/>
              <a:t>Sindhudevi</a:t>
            </a:r>
            <a:r>
              <a:rPr lang="en-US" dirty="0" smtClean="0"/>
              <a:t> S</a:t>
            </a:r>
            <a:endParaRPr/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Team Members</a:t>
            </a:r>
            <a:r>
              <a:rPr/>
              <a:t>: </a:t>
            </a:r>
            <a:r>
              <a:rPr lang="en-US" dirty="0" err="1" smtClean="0"/>
              <a:t>Sivamurugan</a:t>
            </a:r>
            <a:r>
              <a:rPr lang="en-US" dirty="0" smtClean="0"/>
              <a:t> </a:t>
            </a:r>
            <a:r>
              <a:rPr lang="en-US" dirty="0" err="1" smtClean="0"/>
              <a:t>Selvam</a:t>
            </a:r>
            <a:r>
              <a:rPr smtClean="0"/>
              <a:t>, </a:t>
            </a:r>
            <a:r>
              <a:rPr lang="en-US" dirty="0" err="1" smtClean="0"/>
              <a:t>Sneka</a:t>
            </a:r>
            <a:r>
              <a:rPr lang="en-US" dirty="0" smtClean="0"/>
              <a:t> M</a:t>
            </a:r>
            <a:r>
              <a:rPr smtClean="0"/>
              <a:t>, </a:t>
            </a:r>
            <a:r>
              <a:rPr lang="en-US" dirty="0" smtClean="0"/>
              <a:t>L </a:t>
            </a:r>
            <a:r>
              <a:rPr lang="en-US" dirty="0" err="1" smtClean="0"/>
              <a:t>Srilekha</a:t>
            </a:r>
            <a:r>
              <a:rPr smtClean="0"/>
              <a:t>,</a:t>
            </a:r>
            <a:r>
              <a:rPr lang="en-US" dirty="0" err="1" smtClean="0"/>
              <a:t>Vasantharuban</a:t>
            </a:r>
            <a:r>
              <a:rPr lang="en-US" smtClean="0"/>
              <a:t> 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What is FitBuddy?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is an AI-powered fitness planning application.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uses Gemini models to generate personalized workout and fitness plans.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can be adapted to the user's goals, fitness level, available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It aims to make fitness guidance simple, accessible, and personalized.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Why FitBuddy?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Many beginners do not know how to create a suitable workout routine.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Generic fitness plans may not match individual goals or abilities.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often need quick, easy-to-understand guidance.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uses AI to generate a structured plan from user-provided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How FitBuddy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 enters details such as goal, age, fitness level, time, and preferences.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Gemini model processes the information using a suitable prompt.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 generates a personalized workout and fitness plan.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The plan is displayed in a clear, user-friendly format.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Users can refine the plan by changing their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Frontend: Web or mobile user interface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AI: Google Gemini models / Gemini API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Backend: Application server and API integration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Data: User preferences and generated plans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Core concepts: Generative AI, prompt engineering, personalization, and structured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7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83741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424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Benefits: personalized plans, quick generation, simple interaction, and flexible routines.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Future scope: nutrition suggestions, progress tracking, reminders, wearable-device integration, and multilingual support.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FitBuddy demonstrates how Gemini-based Generative AI can support personalized fitness planning.</a:t>
            </a:r>
          </a:p>
          <a:p>
            <a:pPr>
              <a:spcAft>
                <a:spcPts val="1600"/>
              </a:spcAft>
              <a:defRPr sz="2000">
                <a:solidFill>
                  <a:srgbClr val="374146"/>
                </a:solidFill>
              </a:defRPr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326</Words>
  <Application>Microsoft Macintosh PowerPoint</Application>
  <PresentationFormat>Custom</PresentationFormat>
  <Paragraphs>36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dc:description>generated using python-pptx</dc:description>
  <cp:lastModifiedBy>Student</cp:lastModifiedBy>
  <cp:revision>2</cp:revision>
  <dcterms:created xsi:type="dcterms:W3CDTF">2013-01-27T09:14:16Z</dcterms:created>
  <dcterms:modified xsi:type="dcterms:W3CDTF">2026-09-30T09:15:51Z</dcterms:modified>
</cp:coreProperties>
</file>